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DM Sans Semi Bold"/>
      <p:regular r:id="rId20"/>
    </p:embeddedFont>
    <p:embeddedFont>
      <p:font typeface="DM Sans Semi Bold"/>
      <p:regular r:id="rId21"/>
    </p:embeddedFont>
    <p:embeddedFont>
      <p:font typeface="DM Sans Semi Bold"/>
      <p:regular r:id="rId22"/>
    </p:embeddedFont>
    <p:embeddedFont>
      <p:font typeface="DM Sans Semi Bold"/>
      <p:regular r:id="rId23"/>
    </p:embeddedFont>
    <p:embeddedFont>
      <p:font typeface="Inter Medium"/>
      <p:regular r:id="rId24"/>
    </p:embeddedFont>
    <p:embeddedFont>
      <p:font typeface="Inter Medium"/>
      <p:regular r:id="rId25"/>
    </p:embeddedFont>
    <p:embeddedFont>
      <p:font typeface="Inter Medium"/>
      <p:regular r:id="rId26"/>
    </p:embeddedFont>
    <p:embeddedFont>
      <p:font typeface="Inter Medium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proto/VpH4wf8hL5qqmwAmLiclV9/Siddhi-Pogakwar-s-team-library?page-id=0%3A1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3813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93790" y="136540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3790" y="1747004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3790" y="212859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2510195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3790" y="2891790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90" y="3273385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90" y="365498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790" y="4036576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3790" y="441817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3790" y="4799767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790" y="5181362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3790" y="5562957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3790" y="5944553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89997" y="6374011"/>
            <a:ext cx="325040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Where Voices Stay Hidden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93790" y="6884194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9433" y="790694"/>
            <a:ext cx="65514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We've Done So Far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39635"/>
            <a:ext cx="6407944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06644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25349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973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E-R Modeling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28548" y="1839635"/>
            <a:ext cx="6408063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7655362" y="206644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253496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2973705"/>
            <a:ext cx="2836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Table Testing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93790" y="3781663"/>
            <a:ext cx="6407944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020604" y="400847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4195524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0604" y="4915733"/>
            <a:ext cx="31112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 Architecture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7428548" y="3781663"/>
            <a:ext cx="6408063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7655362" y="400847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4195524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5362" y="4915733"/>
            <a:ext cx="3561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Authentication &amp; Security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793790" y="5723692"/>
            <a:ext cx="6407944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1020604" y="595050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770" y="6137553"/>
            <a:ext cx="306110" cy="3061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0604" y="6857762"/>
            <a:ext cx="3129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&amp; Chat Features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7428548" y="5723692"/>
            <a:ext cx="6408063" cy="1715214"/>
          </a:xfrm>
          <a:prstGeom prst="roundRect">
            <a:avLst>
              <a:gd name="adj" fmla="val 1984"/>
            </a:avLst>
          </a:prstGeom>
          <a:solidFill>
            <a:srgbClr val="F2EEEE"/>
          </a:solidFill>
          <a:ln/>
        </p:spPr>
      </p:sp>
      <p:sp>
        <p:nvSpPr>
          <p:cNvPr id="24" name="Shape 17"/>
          <p:cNvSpPr/>
          <p:nvPr/>
        </p:nvSpPr>
        <p:spPr>
          <a:xfrm>
            <a:off x="7655362" y="595050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2528" y="6137553"/>
            <a:ext cx="306110" cy="30611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55362" y="6857762"/>
            <a:ext cx="33566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Permission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6890"/>
            <a:ext cx="69012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Navigating Digital Access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858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overview of user roles and permissions for our web platform.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038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presentation outlines the different access levels, features, and responsibilities associated with each user role, ensuring clarity and security across our system.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Roles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85511"/>
            <a:ext cx="857916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Defining Access Levels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503890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51151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65521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Guest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3655219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Unauthenticated Visitors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848725" y="365521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Public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54170" y="365521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16183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30553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305538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Registered Members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848725" y="430553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454170" y="430553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81214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95585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Group Admin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955858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Group Creators &amp; Moderators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848725" y="495585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Elevated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454170" y="495585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Advanced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46246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60617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 Admin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606177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DB Administrators &amp; Developers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848725" y="5606177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SUDO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170" y="560617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3755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976"/>
            <a:ext cx="10265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Guest Roles: Unauthenticated Access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0078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4495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13991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33100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047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View Landing Page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53747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the main website content without authentication.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480078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4495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13991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3100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047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View &amp; Register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53747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Navigate to the signup page and complete registration.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480078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4495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313991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33100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047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View Login Page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53747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the login interface to initiate a session.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3790" y="57757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Guests can explore public areas of the platform but cannot access features requiring a registered account.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31106"/>
            <a:ext cx="1107758" cy="317778"/>
          </a:xfrm>
          <a:prstGeom prst="roundRect">
            <a:avLst>
              <a:gd name="adj" fmla="val 6852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1285518"/>
            <a:ext cx="8901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606867"/>
            <a:ext cx="97722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Registered Users: Core Platform Engagement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037" y="2697480"/>
            <a:ext cx="6658213" cy="399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6910" y="2522101"/>
            <a:ext cx="4277201" cy="391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our Homepage and Landing Page.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Login to their personal account.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their own profile.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Edit profile details (e.g., display name, avatar).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Delete accounts and request major profile assistance.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other user profiles.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Initiate 1-on-1 conversations (normal and anonymous modes).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Public and Private Groups.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Join and Chat in Public Groups.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interaction in Private Groups.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Block and Restrict users in 1-on-1 conversations.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89754"/>
            <a:ext cx="1107758" cy="317778"/>
          </a:xfrm>
          <a:prstGeom prst="roundRect">
            <a:avLst>
              <a:gd name="adj" fmla="val 6852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944166"/>
            <a:ext cx="8901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265515"/>
            <a:ext cx="7050762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Privileges: Communication &amp; Media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793790" y="2493288"/>
            <a:ext cx="408265" cy="40826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61774" y="25272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47192" y="255555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Chat Features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347192" y="2984183"/>
            <a:ext cx="3723799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Send and receive messages.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1-on-1 chats.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Send friend requests.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Block other users.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Report inappropriate content.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4580986"/>
            <a:ext cx="408265" cy="40826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61774" y="461497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47192" y="464325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Features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347192" y="5071881"/>
            <a:ext cx="3723799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Join public groups.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Leave groups at any time.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Vote in group polls.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Send messages within groups.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shared group media.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532" y="2100024"/>
            <a:ext cx="6658213" cy="39949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21285" y="605569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Media &amp; Privacy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521285" y="6281850"/>
            <a:ext cx="832282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Users can upload files of size up to 5MB, view shared media within chats and groups, and delete their own uploaded content. They also have control over notification settings.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94510"/>
            <a:ext cx="2208490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62495"/>
            <a:ext cx="19363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GROUP ADMIN ROLES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11479"/>
            <a:ext cx="12942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Admin: Empowering Community Leaders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3604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Group Admins have all User Permissions, plus enhanced capabilities to manage their communities effectively.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97847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310" y="397847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8" name="Text 6"/>
          <p:cNvSpPr/>
          <p:nvPr/>
        </p:nvSpPr>
        <p:spPr>
          <a:xfrm>
            <a:off x="1142524" y="4235767"/>
            <a:ext cx="3002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Member Management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2524" y="4726186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or Remove members from Groups, Approve or Reject requests, and Ban disruptive users.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97847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6482" y="397847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5565696" y="4235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Content Moderation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65696" y="4726186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Delete inappropriate messages, Mute members, and Manage anonymous settings within private groups.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97847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9653" y="397847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6" name="Text 14"/>
          <p:cNvSpPr/>
          <p:nvPr/>
        </p:nvSpPr>
        <p:spPr>
          <a:xfrm>
            <a:off x="9988868" y="4235767"/>
            <a:ext cx="2902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Group Customization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988868" y="4726186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and Edit polls, Change Group settings, and Ensure a positive environment for all participants.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04449"/>
            <a:ext cx="1729026" cy="317778"/>
          </a:xfrm>
          <a:prstGeom prst="roundRect">
            <a:avLst>
              <a:gd name="adj" fmla="val 6852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1358860"/>
            <a:ext cx="151137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 ADMIN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680210"/>
            <a:ext cx="83768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Super Admin: Ultimate System Control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464832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 Admins possess all Group Admin permissions, complemented by system-level access for comprehensive oversight.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889290"/>
            <a:ext cx="3151823" cy="2206585"/>
          </a:xfrm>
          <a:prstGeom prst="roundRect">
            <a:avLst>
              <a:gd name="adj" fmla="val 1234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975241" y="3070741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4903" y="3220403"/>
            <a:ext cx="244912" cy="244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5241" y="37602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 Access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75241" y="4130754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access to all database functions and data.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90749" y="2889290"/>
            <a:ext cx="3151823" cy="2206585"/>
          </a:xfrm>
          <a:prstGeom prst="roundRect">
            <a:avLst>
              <a:gd name="adj" fmla="val 1234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272201" y="3070741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1862" y="3220403"/>
            <a:ext cx="244912" cy="244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72201" y="37602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Management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272201" y="4130754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View, deactivate, and activate any user account.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387709" y="2889290"/>
            <a:ext cx="3151823" cy="2206585"/>
          </a:xfrm>
          <a:prstGeom prst="roundRect">
            <a:avLst>
              <a:gd name="adj" fmla="val 1234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569160" y="3070741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8822" y="3220403"/>
            <a:ext cx="244912" cy="244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69160" y="37602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Settings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569160" y="4130754"/>
            <a:ext cx="278892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global platform configurations and parameters.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684669" y="2889290"/>
            <a:ext cx="3151942" cy="2206585"/>
          </a:xfrm>
          <a:prstGeom prst="roundRect">
            <a:avLst>
              <a:gd name="adj" fmla="val 1234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66120" y="3070741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15782" y="3220403"/>
            <a:ext cx="244912" cy="244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66120" y="37602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Analytics &amp; Reports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10866120" y="4130754"/>
            <a:ext cx="2789039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comprehensive analytics dashboards and bug reports.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93790" y="5241012"/>
            <a:ext cx="6448782" cy="1684139"/>
          </a:xfrm>
          <a:prstGeom prst="roundRect">
            <a:avLst>
              <a:gd name="adj" fmla="val 1616"/>
            </a:avLst>
          </a:prstGeom>
          <a:solidFill>
            <a:srgbClr val="F2EEEE"/>
          </a:solidFill>
          <a:ln/>
        </p:spPr>
      </p:sp>
      <p:sp>
        <p:nvSpPr>
          <p:cNvPr id="27" name="Shape 21"/>
          <p:cNvSpPr/>
          <p:nvPr/>
        </p:nvSpPr>
        <p:spPr>
          <a:xfrm>
            <a:off x="975241" y="542246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4903" y="5572125"/>
            <a:ext cx="244912" cy="244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5241" y="611195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Audit Logs</a:t>
            </a:r>
            <a:endParaRPr lang="en-US" sz="1750" dirty="0"/>
          </a:p>
        </p:txBody>
      </p:sp>
      <p:sp>
        <p:nvSpPr>
          <p:cNvPr id="30" name="Text 23"/>
          <p:cNvSpPr/>
          <p:nvPr/>
        </p:nvSpPr>
        <p:spPr>
          <a:xfrm>
            <a:off x="975241" y="6482477"/>
            <a:ext cx="608588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detailed audit trails for security and compliance.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387709" y="5241012"/>
            <a:ext cx="6448901" cy="1684139"/>
          </a:xfrm>
          <a:prstGeom prst="roundRect">
            <a:avLst>
              <a:gd name="adj" fmla="val 1616"/>
            </a:avLst>
          </a:prstGeom>
          <a:solidFill>
            <a:srgbClr val="F2EEEE"/>
          </a:solidFill>
          <a:ln/>
        </p:spPr>
      </p:sp>
      <p:sp>
        <p:nvSpPr>
          <p:cNvPr id="32" name="Shape 25"/>
          <p:cNvSpPr/>
          <p:nvPr/>
        </p:nvSpPr>
        <p:spPr>
          <a:xfrm>
            <a:off x="7569160" y="542246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C977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8822" y="5572125"/>
            <a:ext cx="244912" cy="244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69160" y="611195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Export</a:t>
            </a:r>
            <a:endParaRPr lang="en-US" sz="1750" dirty="0"/>
          </a:p>
        </p:txBody>
      </p:sp>
      <p:sp>
        <p:nvSpPr>
          <p:cNvPr id="35" name="Text 27"/>
          <p:cNvSpPr/>
          <p:nvPr/>
        </p:nvSpPr>
        <p:spPr>
          <a:xfrm>
            <a:off x="7569160" y="6482477"/>
            <a:ext cx="608599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Export system data for analysis and backups.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470428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UI Flow Design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5046940" y="422826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 Prototype</a:t>
            </a:r>
            <a:endParaRPr lang="en-US" sz="3550" dirty="0"/>
          </a:p>
        </p:txBody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905" y="5135404"/>
            <a:ext cx="2058472" cy="623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7000" y="593288"/>
            <a:ext cx="11196280" cy="86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MVC Based Architecture Planning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44260" y="1583531"/>
            <a:ext cx="13141881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8299" y="1856065"/>
            <a:ext cx="5653802" cy="57801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821299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Work Goals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139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57732"/>
            <a:ext cx="2173724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721167" y="396240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194328" y="3984546"/>
            <a:ext cx="3582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Development of GUI forms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080861" y="4550450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679037"/>
            <a:ext cx="4347567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2808089" y="488370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4905851"/>
            <a:ext cx="5449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Integration of web UI with backend logic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54704" y="5471755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793790" y="5600343"/>
            <a:ext cx="6521410" cy="80795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3895011" y="580501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542014" y="5827157"/>
            <a:ext cx="23843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UI enhancements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7944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Thank You</a:t>
            </a:r>
            <a:endParaRPr lang="en-US" sz="13350" dirty="0"/>
          </a:p>
        </p:txBody>
      </p:sp>
      <p:sp>
        <p:nvSpPr>
          <p:cNvPr id="3" name="Text 1"/>
          <p:cNvSpPr/>
          <p:nvPr/>
        </p:nvSpPr>
        <p:spPr>
          <a:xfrm>
            <a:off x="5046940" y="506456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Any Questions?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2026-02-04T08:33:20Z</dcterms:created>
  <dcterms:modified xsi:type="dcterms:W3CDTF">2026-02-04T08:33:20Z</dcterms:modified>
</cp:coreProperties>
</file>